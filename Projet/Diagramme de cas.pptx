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4660"/>
  </p:normalViewPr>
  <p:slideViewPr>
    <p:cSldViewPr snapToGrid="0">
      <p:cViewPr>
        <p:scale>
          <a:sx n="57" d="100"/>
          <a:sy n="57" d="100"/>
        </p:scale>
        <p:origin x="-52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35D58-0F07-4C7A-A8D3-2F9EAC7B9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3AE815-BAB6-4001-BEE4-3EB5DABD1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436572-246B-46AB-9277-419C2B4F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17D0A0-808E-43A2-BA19-E482E929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F667BB-74D3-46DF-95F0-16832AAB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39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3208C-8A14-4D4F-A4B7-59B0CD16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5384B7-FCEC-4760-9B88-F2E3A7A74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A4FA91-C3DB-4E81-9B67-143F0163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B9E62C-2B23-464D-BEC0-A9F51407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B27B21-A150-4B35-8915-9AFE1CD2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30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061D5B-CFF9-4FDA-867B-18B922A13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B41817-2240-407E-9743-3F637B85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DE11B1-A8CE-4A61-A2D0-962C986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DACF9-2B19-4826-8437-9B2EA94C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070321-ECC8-4DC1-B312-E15A2981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779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1A588E-B936-4143-85EA-EC67D2B3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CEA67F-8E8B-40BD-88B6-92ABA1F24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DA2016-561F-4702-8602-1C556E0C4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AFF129-1D2F-44A9-9F88-D327FE69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E7EFC0-261F-4467-9E5E-6D35C9ED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77D3EB-3A6A-4FBC-85E5-C2B60CDC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23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98294-7715-4971-8531-169243B37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A75A69-41FF-44E1-80A9-9D3BE64F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D4C4BF-B5C8-4A44-A3DE-098C3D80A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6E671F-FE1A-4241-9629-2FAD4289F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F5EBA5-8A58-4A9A-A3DE-984B122EE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28C4F4-4CC5-4D60-B606-A5BA1C23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EF41D6-2C6D-43A0-921A-01DBA277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0353B2C-28A0-44B6-B567-4E50C52A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70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163CCE-948E-448D-AA58-EB430549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D61A61-0C49-4945-BF98-4095994E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4D6FD47-5CAF-46A9-A9BA-2E3C6304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1B5466-954B-41AC-BB8F-801A91B9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78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8C5A6A4-F487-4EA2-8A1F-524AC69E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F4D760-6942-4C1B-A51D-2149C615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012F03-57E2-4DD1-9A88-F4DDCFC8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63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6AA1A-6F0F-433E-9314-0380E330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F7BDA5-AEE9-448F-A18F-52708E3B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557A6B-E57E-48A5-81DC-107FBC7EE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6B7585-DFFF-43B8-AD50-0727C8E7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2031BF-9BA9-418B-B5F5-2E9412AE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AA687A-9465-43DE-8836-D5F8B675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99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D19CA-8621-4DDA-B448-262B52B0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2260FE5-8F8D-49E3-9259-C24573F3B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BC8268-2104-46EB-946B-CEE4C2712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734F58-DAEB-4C8C-8B58-C95C767A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3C45F3-1B1D-4CD1-8E43-411B55DC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1647E8-1DDE-46DB-8672-4BA808F8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89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794B2F-0C57-4CD5-9E2A-F22B8C54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E65DF0-4F74-4AFC-B849-07C31782F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4DCBED-17F0-46D0-BB9C-173B0D65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F492FE-7E30-4CBA-8B5B-420B4244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D4E2F5-272B-4423-AA6B-F066DF79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742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C661BFD-3430-4240-A10E-00E217CCA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536C1-4E58-4F63-B604-455A391F1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AC57F7-B14D-466F-8C66-DFA2B65D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65AF7-9204-4806-AF37-81608DF5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2227F9-420A-4619-8543-30F5CDE0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35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21640C-8E3A-476D-87E0-7522331E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EA425C-1827-498E-A6DB-3A8AC191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CC26E2-7A54-4E8D-94C5-859057040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F69B7-823B-4B30-80C7-B8FEA45F89C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7DB4F4-8D27-4F6E-B2C3-CCCA57FD6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8F17A3-A097-4BBB-B0AC-90C64306C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9B864-F310-4094-BB78-2FC225DE93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00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Émoticône 3">
            <a:extLst>
              <a:ext uri="{FF2B5EF4-FFF2-40B4-BE49-F238E27FC236}">
                <a16:creationId xmlns:a16="http://schemas.microsoft.com/office/drawing/2014/main" id="{F0AA88E5-1A22-426F-825A-7826BCE7B76A}"/>
              </a:ext>
            </a:extLst>
          </p:cNvPr>
          <p:cNvSpPr/>
          <p:nvPr/>
        </p:nvSpPr>
        <p:spPr>
          <a:xfrm>
            <a:off x="476837" y="2989096"/>
            <a:ext cx="562708" cy="520504"/>
          </a:xfrm>
          <a:prstGeom prst="smileyFac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4528C7F-1D52-415A-A450-044384B53666}"/>
              </a:ext>
            </a:extLst>
          </p:cNvPr>
          <p:cNvSpPr/>
          <p:nvPr/>
        </p:nvSpPr>
        <p:spPr>
          <a:xfrm>
            <a:off x="2237343" y="260426"/>
            <a:ext cx="2681068" cy="36431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Gérer ses caves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4B83524-60E0-4B0E-9DC0-6CCDE2862844}"/>
              </a:ext>
            </a:extLst>
          </p:cNvPr>
          <p:cNvSpPr/>
          <p:nvPr/>
        </p:nvSpPr>
        <p:spPr>
          <a:xfrm>
            <a:off x="2381323" y="932795"/>
            <a:ext cx="2312964" cy="3407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Gérer les étagères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B99923E-8796-40AD-824F-712967A1B06D}"/>
              </a:ext>
            </a:extLst>
          </p:cNvPr>
          <p:cNvSpPr/>
          <p:nvPr/>
        </p:nvSpPr>
        <p:spPr>
          <a:xfrm>
            <a:off x="2421397" y="2253158"/>
            <a:ext cx="2497014" cy="33982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Archiver une bouteille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FEA59E2-59CA-4998-9641-501D56155D13}"/>
              </a:ext>
            </a:extLst>
          </p:cNvPr>
          <p:cNvSpPr/>
          <p:nvPr/>
        </p:nvSpPr>
        <p:spPr>
          <a:xfrm>
            <a:off x="2447970" y="1636898"/>
            <a:ext cx="2312964" cy="3407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Gérer les bouteilles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EB78054-2612-44CC-A310-9E68B0EB2C90}"/>
              </a:ext>
            </a:extLst>
          </p:cNvPr>
          <p:cNvSpPr/>
          <p:nvPr/>
        </p:nvSpPr>
        <p:spPr>
          <a:xfrm>
            <a:off x="2381323" y="2986402"/>
            <a:ext cx="2797126" cy="33982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Consulter la communauté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EE2B1F5-4CD2-4D4F-9009-1DE7F5F46B24}"/>
              </a:ext>
            </a:extLst>
          </p:cNvPr>
          <p:cNvSpPr/>
          <p:nvPr/>
        </p:nvSpPr>
        <p:spPr>
          <a:xfrm>
            <a:off x="3034930" y="3629916"/>
            <a:ext cx="3348209" cy="33982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Noter / Commenter une référence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84095BC-C638-4E7E-87BE-5F34C55B4126}"/>
              </a:ext>
            </a:extLst>
          </p:cNvPr>
          <p:cNvSpPr/>
          <p:nvPr/>
        </p:nvSpPr>
        <p:spPr>
          <a:xfrm>
            <a:off x="2494805" y="4225463"/>
            <a:ext cx="2797126" cy="33982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Consulter une référence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202FF0A7-A2F9-46EC-BECE-53AE69CD1413}"/>
              </a:ext>
            </a:extLst>
          </p:cNvPr>
          <p:cNvSpPr/>
          <p:nvPr/>
        </p:nvSpPr>
        <p:spPr>
          <a:xfrm>
            <a:off x="2421397" y="4779713"/>
            <a:ext cx="2943664" cy="33379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S’inscrire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29A19DC-AC8D-4148-A8D0-9059F915B759}"/>
              </a:ext>
            </a:extLst>
          </p:cNvPr>
          <p:cNvSpPr/>
          <p:nvPr/>
        </p:nvSpPr>
        <p:spPr>
          <a:xfrm>
            <a:off x="2494665" y="5341688"/>
            <a:ext cx="2797127" cy="33379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Se connecter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9FDBB1-A8CC-4754-82D5-9ED35BE78DBE}"/>
              </a:ext>
            </a:extLst>
          </p:cNvPr>
          <p:cNvSpPr/>
          <p:nvPr/>
        </p:nvSpPr>
        <p:spPr>
          <a:xfrm>
            <a:off x="2435177" y="5815845"/>
            <a:ext cx="2950897" cy="33245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Trier/Consulter ses bouteilles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32FB47-0182-4277-96D8-92973B178E00}"/>
              </a:ext>
            </a:extLst>
          </p:cNvPr>
          <p:cNvSpPr/>
          <p:nvPr/>
        </p:nvSpPr>
        <p:spPr>
          <a:xfrm>
            <a:off x="1702190" y="160214"/>
            <a:ext cx="7581295" cy="65375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AA28AD-F200-4AC2-AFC2-43FC6CD2264E}"/>
              </a:ext>
            </a:extLst>
          </p:cNvPr>
          <p:cNvSpPr txBox="1"/>
          <p:nvPr/>
        </p:nvSpPr>
        <p:spPr>
          <a:xfrm>
            <a:off x="5929495" y="309563"/>
            <a:ext cx="3559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Application Gestion cave à vin</a:t>
            </a:r>
          </a:p>
        </p:txBody>
      </p:sp>
      <p:cxnSp>
        <p:nvCxnSpPr>
          <p:cNvPr id="21" name="Connecteur : en arc 20">
            <a:extLst>
              <a:ext uri="{FF2B5EF4-FFF2-40B4-BE49-F238E27FC236}">
                <a16:creationId xmlns:a16="http://schemas.microsoft.com/office/drawing/2014/main" id="{8EECDE8B-F6F5-4998-9EEF-6573094E7218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rot="5400000" flipH="1" flipV="1">
            <a:off x="224510" y="976263"/>
            <a:ext cx="2546514" cy="14791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 : en arc 22">
            <a:extLst>
              <a:ext uri="{FF2B5EF4-FFF2-40B4-BE49-F238E27FC236}">
                <a16:creationId xmlns:a16="http://schemas.microsoft.com/office/drawing/2014/main" id="{05E554B9-462F-419E-B8B9-2EC98EB33C26}"/>
              </a:ext>
            </a:extLst>
          </p:cNvPr>
          <p:cNvCxnSpPr>
            <a:cxnSpLocks/>
            <a:stCxn id="4" idx="7"/>
            <a:endCxn id="7" idx="2"/>
          </p:cNvCxnSpPr>
          <p:nvPr/>
        </p:nvCxnSpPr>
        <p:spPr>
          <a:xfrm rot="5400000" flipH="1" flipV="1">
            <a:off x="688151" y="1372151"/>
            <a:ext cx="1962159" cy="14241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B3AF8F4D-B370-4DAB-BCC8-663396658A4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152109" y="1807266"/>
            <a:ext cx="1295861" cy="1146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7AAC6F70-19F4-45FF-A908-9BD49476F99C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152109" y="2423069"/>
            <a:ext cx="1269288" cy="697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8639D0FB-0490-4324-9A64-21C3B66CB894}"/>
              </a:ext>
            </a:extLst>
          </p:cNvPr>
          <p:cNvCxnSpPr>
            <a:cxnSpLocks/>
            <a:stCxn id="4" idx="4"/>
            <a:endCxn id="14" idx="2"/>
          </p:cNvCxnSpPr>
          <p:nvPr/>
        </p:nvCxnSpPr>
        <p:spPr>
          <a:xfrm rot="16200000" flipH="1">
            <a:off x="626936" y="3640855"/>
            <a:ext cx="1998984" cy="173647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rc 45">
            <a:extLst>
              <a:ext uri="{FF2B5EF4-FFF2-40B4-BE49-F238E27FC236}">
                <a16:creationId xmlns:a16="http://schemas.microsoft.com/office/drawing/2014/main" id="{C3540F11-ED83-472D-89F9-B52D0FB4AE59}"/>
              </a:ext>
            </a:extLst>
          </p:cNvPr>
          <p:cNvCxnSpPr>
            <a:cxnSpLocks/>
            <a:stCxn id="4" idx="5"/>
            <a:endCxn id="13" idx="2"/>
          </p:cNvCxnSpPr>
          <p:nvPr/>
        </p:nvCxnSpPr>
        <p:spPr>
          <a:xfrm rot="16200000" flipH="1">
            <a:off x="932650" y="3457861"/>
            <a:ext cx="1513235" cy="146425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94FC1FA9-A543-4E5E-B31A-692ED180F4E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1038398" y="3250056"/>
            <a:ext cx="1456407" cy="1145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CB3E3EA-8403-4E3B-84E7-630C606852E9}"/>
              </a:ext>
            </a:extLst>
          </p:cNvPr>
          <p:cNvSpPr txBox="1"/>
          <p:nvPr/>
        </p:nvSpPr>
        <p:spPr>
          <a:xfrm>
            <a:off x="323852" y="3509600"/>
            <a:ext cx="1167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Utilisateur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7F1156D1-8C32-4678-83B5-923A6D4735A3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1250265" y="3156313"/>
            <a:ext cx="1131058" cy="93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002423DC-2909-A72F-B817-023BC41843FB}"/>
              </a:ext>
            </a:extLst>
          </p:cNvPr>
          <p:cNvSpPr/>
          <p:nvPr/>
        </p:nvSpPr>
        <p:spPr>
          <a:xfrm>
            <a:off x="2421397" y="6251173"/>
            <a:ext cx="2797127" cy="33245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Consulter les archives</a:t>
            </a:r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8B1BACB5-508B-9E07-AE0E-35810FD323DB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H="1" flipV="1">
            <a:off x="3604452" y="1977633"/>
            <a:ext cx="65452" cy="275525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AB9A2730-F772-1EAF-7AB7-AE601B5CF04E}"/>
              </a:ext>
            </a:extLst>
          </p:cNvPr>
          <p:cNvSpPr txBox="1"/>
          <p:nvPr/>
        </p:nvSpPr>
        <p:spPr>
          <a:xfrm>
            <a:off x="3655834" y="1997376"/>
            <a:ext cx="58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inclut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D3935025-B612-67C1-9276-DB7B24DF3C10}"/>
              </a:ext>
            </a:extLst>
          </p:cNvPr>
          <p:cNvSpPr txBox="1"/>
          <p:nvPr/>
        </p:nvSpPr>
        <p:spPr>
          <a:xfrm>
            <a:off x="3645588" y="1317443"/>
            <a:ext cx="58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contient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8612B9D0-BCE6-F2FD-BD27-66CA968F0274}"/>
              </a:ext>
            </a:extLst>
          </p:cNvPr>
          <p:cNvSpPr txBox="1"/>
          <p:nvPr/>
        </p:nvSpPr>
        <p:spPr>
          <a:xfrm>
            <a:off x="3669904" y="674794"/>
            <a:ext cx="58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contient</a:t>
            </a: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70262D3F-DD66-02A0-982B-91850C7C3945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3537805" y="1273530"/>
            <a:ext cx="66647" cy="363368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55F8B6CA-E1CA-F3E9-7B6A-0B7C086A0641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3537805" y="624738"/>
            <a:ext cx="40072" cy="308057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E2399062-2F06-BDDC-9404-790857FE2383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1250265" y="3361964"/>
            <a:ext cx="1784665" cy="437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57BAD0F0-B7B0-52C5-E2E3-FFED9E2AF19C}"/>
              </a:ext>
            </a:extLst>
          </p:cNvPr>
          <p:cNvSpPr txBox="1"/>
          <p:nvPr/>
        </p:nvSpPr>
        <p:spPr>
          <a:xfrm>
            <a:off x="2410424" y="3896316"/>
            <a:ext cx="58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 dirty="0"/>
              <a:t>inclut</a:t>
            </a:r>
          </a:p>
        </p:txBody>
      </p:sp>
      <p:cxnSp>
        <p:nvCxnSpPr>
          <p:cNvPr id="81" name="Connecteur : en arc 80">
            <a:extLst>
              <a:ext uri="{FF2B5EF4-FFF2-40B4-BE49-F238E27FC236}">
                <a16:creationId xmlns:a16="http://schemas.microsoft.com/office/drawing/2014/main" id="{D5C84078-C7D5-A87E-0072-4E11D0804AD9}"/>
              </a:ext>
            </a:extLst>
          </p:cNvPr>
          <p:cNvCxnSpPr>
            <a:stCxn id="12" idx="1"/>
            <a:endCxn id="10" idx="3"/>
          </p:cNvCxnSpPr>
          <p:nvPr/>
        </p:nvCxnSpPr>
        <p:spPr>
          <a:xfrm rot="16200000" flipV="1">
            <a:off x="2348309" y="3719102"/>
            <a:ext cx="998771" cy="113482"/>
          </a:xfrm>
          <a:prstGeom prst="curvedConnector3">
            <a:avLst>
              <a:gd name="adj1" fmla="val -406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 : en arc 83">
            <a:extLst>
              <a:ext uri="{FF2B5EF4-FFF2-40B4-BE49-F238E27FC236}">
                <a16:creationId xmlns:a16="http://schemas.microsoft.com/office/drawing/2014/main" id="{7225A819-50AA-72EC-13CA-538649BA0F8A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 rot="5400000">
            <a:off x="4173339" y="3689766"/>
            <a:ext cx="255727" cy="815667"/>
          </a:xfrm>
          <a:prstGeom prst="curved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DC750109-B403-A44D-E5EB-E5830C76C466}"/>
              </a:ext>
            </a:extLst>
          </p:cNvPr>
          <p:cNvSpPr txBox="1"/>
          <p:nvPr/>
        </p:nvSpPr>
        <p:spPr>
          <a:xfrm>
            <a:off x="4672918" y="3969681"/>
            <a:ext cx="58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i="1"/>
              <a:t>inclut</a:t>
            </a:r>
            <a:endParaRPr lang="fr-FR" sz="900" i="1" dirty="0"/>
          </a:p>
        </p:txBody>
      </p:sp>
      <p:cxnSp>
        <p:nvCxnSpPr>
          <p:cNvPr id="89" name="Connecteur : en arc 88">
            <a:extLst>
              <a:ext uri="{FF2B5EF4-FFF2-40B4-BE49-F238E27FC236}">
                <a16:creationId xmlns:a16="http://schemas.microsoft.com/office/drawing/2014/main" id="{7F849A6D-52C4-1512-C85C-05A0202A4C8C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 flipH="1">
            <a:off x="341405" y="3888299"/>
            <a:ext cx="2417222" cy="17703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 : en arc 91">
            <a:extLst>
              <a:ext uri="{FF2B5EF4-FFF2-40B4-BE49-F238E27FC236}">
                <a16:creationId xmlns:a16="http://schemas.microsoft.com/office/drawing/2014/main" id="{F79D3372-85D3-D0FE-7F23-2AA8BD47B867}"/>
              </a:ext>
            </a:extLst>
          </p:cNvPr>
          <p:cNvCxnSpPr>
            <a:cxnSpLocks/>
            <a:endCxn id="2" idx="2"/>
          </p:cNvCxnSpPr>
          <p:nvPr/>
        </p:nvCxnSpPr>
        <p:spPr>
          <a:xfrm rot="16200000" flipH="1">
            <a:off x="48709" y="4044710"/>
            <a:ext cx="2898241" cy="184713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887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45</Words>
  <Application>Microsoft Office PowerPoint</Application>
  <PresentationFormat>Grand écran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BOYER Emilien</cp:lastModifiedBy>
  <cp:revision>6</cp:revision>
  <dcterms:created xsi:type="dcterms:W3CDTF">2025-09-30T12:22:32Z</dcterms:created>
  <dcterms:modified xsi:type="dcterms:W3CDTF">2025-11-04T09:12:08Z</dcterms:modified>
</cp:coreProperties>
</file>